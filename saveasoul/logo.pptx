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E395"/>
    <a:srgbClr val="FFFFB7"/>
    <a:srgbClr val="FF8585"/>
    <a:srgbClr val="8DD9F7"/>
    <a:srgbClr val="F798B8"/>
    <a:srgbClr val="ABDB77"/>
    <a:srgbClr val="FFFF97"/>
    <a:srgbClr val="EA4F83"/>
    <a:srgbClr val="54895D"/>
    <a:srgbClr val="7E96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228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DCC28-2407-56F5-2FFC-72E89B728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6CEAC-CCBD-4532-2C61-0833E9C68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43725-1518-999B-3CA0-4F75E82A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C1AD2-802E-2297-DCFB-42904B98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ADF1B-F0DD-FEAE-2209-FD25127B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89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196C-E8EB-1751-1720-BE13447F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5D52-F0E7-280C-5758-9DC7D0EF8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4249-E853-C48A-4E5C-2EF41279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D8355-43FF-032A-E209-91A0F21F7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2ADCE-F77E-2D72-09FF-CF9CDF86D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B9F5-8172-FC14-10B0-50A556BD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001C-BFD3-EF93-73CE-7ADFA479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65AC8-DF17-FF06-8C27-5546BE19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265CD-258B-967C-EBB8-9C8D212D3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80ED1-1863-1F2D-AA38-B8BB4BD0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99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98F1D-5291-9A43-FA0D-129FF3EF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EF7A2-E847-F896-A88F-7A2641D18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158C8E-5684-82AC-C831-9B4E6B853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6DBB5-3D62-01EC-3194-16E06CA3D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88BBB-97EB-B77A-EA37-39C75A3A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C3F7F-3CA7-2C98-FE94-9194BAE8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479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622D-05E7-B223-4E20-ABFFA4E1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AD604-2C8D-2206-9DC6-2F6B7A282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25318-A878-DEE9-64C0-962E822B0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1627-7E84-8AD3-2484-75D0D8DF0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D2BF2-4581-7C19-908F-84A4E8FA6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62A34-7973-43F9-D666-0705CC40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50A46A-99AD-0E6C-1056-2F0740E1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139CBD-4353-F2C7-76FC-7F80C070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8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FF95-7AEB-F041-82BC-81DF6EBA1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F4A23-F709-429E-0E5B-A944AC7A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E5D074-5AB7-CCDF-C6D0-BD86F2DC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68D8CE-0132-5B0C-525F-63480C4D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89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C82D0-CA09-10CD-66EB-E5C50708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5A71E-1C62-A76E-F763-7B1A4ECF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6F1DB-44AD-D07E-70F9-932215F2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4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A568-21CD-3411-D6E1-5FB56747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648F7-718E-DC1A-1D20-D344CC602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3A549-FE8D-8E2A-EC8F-C58C93F69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C4FEC-5504-EC34-1E10-6583D9261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216D1-F7AC-5E5F-6468-D498A16E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108B7-0FD4-D677-D92F-A6268CE6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79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2B7E5-8EF4-6F0B-CF4D-FDCE6505C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4FF73F-F79D-EFCF-7F98-0F5B62E32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033B9-4843-38ED-902F-A54F08328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E6191-B270-FB2B-3D02-205D5ADD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0A19E-65CC-E384-157E-9E0A3128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4E4B5-7B69-9A71-54A3-EDFA650C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3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FA759-BD3D-8186-6490-5F9F7686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E8238-A9B2-5C31-C1B2-30760F5BC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0A0E5-1F2B-5019-8BC9-FEB65C7E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88FA0-70B2-6A8F-0A2A-BBC5CA7B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E585-DC2E-8F18-0C29-7B683610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56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42E3ED-58FE-AFCC-06F2-17BA24048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59470-83E6-9396-31A0-E94D8C3BE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76E5E-5AFC-4E36-9C05-624C267E1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B5B61-9256-DFA4-1520-64CDE8B8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63BA-4A62-28DD-4340-605F88EF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6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E323-88FB-D82C-E714-B704C1B0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43E88-B996-D381-3726-593EA2467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216E5-1DA3-8F44-9383-7CAE32E41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C199D2-D08A-408E-AEED-E4162F75E45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CFF41-78E0-F58E-27DF-1BB646AE1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91892-AE08-22C0-2B6F-00D791A68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6DFAE-3109-4DE8-8E9C-26D5071B7E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C6C6B5B0-57BB-BF55-3E29-CA3BD6D4D1C7}"/>
              </a:ext>
            </a:extLst>
          </p:cNvPr>
          <p:cNvGrpSpPr/>
          <p:nvPr/>
        </p:nvGrpSpPr>
        <p:grpSpPr>
          <a:xfrm>
            <a:off x="2634019" y="165258"/>
            <a:ext cx="6547890" cy="6527483"/>
            <a:chOff x="2634019" y="245660"/>
            <a:chExt cx="6547890" cy="652748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9EF0CB4-21CD-18FA-A1F6-A642B4FA5DB0}"/>
                </a:ext>
              </a:extLst>
            </p:cNvPr>
            <p:cNvGrpSpPr/>
            <p:nvPr/>
          </p:nvGrpSpPr>
          <p:grpSpPr>
            <a:xfrm>
              <a:off x="2634019" y="245660"/>
              <a:ext cx="6547890" cy="6527483"/>
              <a:chOff x="3053273" y="1511317"/>
              <a:chExt cx="3785513" cy="3773715"/>
            </a:xfrm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58BD79EA-B89C-EC31-31B1-8FE59D48D808}"/>
                  </a:ext>
                </a:extLst>
              </p:cNvPr>
              <p:cNvSpPr/>
              <p:nvPr/>
            </p:nvSpPr>
            <p:spPr>
              <a:xfrm>
                <a:off x="3053273" y="1511317"/>
                <a:ext cx="1014962" cy="1859047"/>
              </a:xfrm>
              <a:custGeom>
                <a:avLst/>
                <a:gdLst>
                  <a:gd name="connsiteX0" fmla="*/ 0 w 1014962"/>
                  <a:gd name="connsiteY0" fmla="*/ 0 h 1859047"/>
                  <a:gd name="connsiteX1" fmla="*/ 846172 w 1014962"/>
                  <a:gd name="connsiteY1" fmla="*/ 0 h 1859047"/>
                  <a:gd name="connsiteX2" fmla="*/ 863399 w 1014962"/>
                  <a:gd name="connsiteY2" fmla="*/ 28357 h 1859047"/>
                  <a:gd name="connsiteX3" fmla="*/ 1014962 w 1014962"/>
                  <a:gd name="connsiteY3" fmla="*/ 626927 h 1859047"/>
                  <a:gd name="connsiteX4" fmla="*/ 12282 w 1014962"/>
                  <a:gd name="connsiteY4" fmla="*/ 1857173 h 1859047"/>
                  <a:gd name="connsiteX5" fmla="*/ 0 w 1014962"/>
                  <a:gd name="connsiteY5" fmla="*/ 1859047 h 1859047"/>
                  <a:gd name="connsiteX6" fmla="*/ 0 w 1014962"/>
                  <a:gd name="connsiteY6" fmla="*/ 0 h 1859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14962" h="1859047">
                    <a:moveTo>
                      <a:pt x="0" y="0"/>
                    </a:moveTo>
                    <a:lnTo>
                      <a:pt x="846172" y="0"/>
                    </a:lnTo>
                    <a:lnTo>
                      <a:pt x="863399" y="28357"/>
                    </a:lnTo>
                    <a:cubicBezTo>
                      <a:pt x="960058" y="206290"/>
                      <a:pt x="1014962" y="410197"/>
                      <a:pt x="1014962" y="626927"/>
                    </a:cubicBezTo>
                    <a:cubicBezTo>
                      <a:pt x="1014962" y="1233772"/>
                      <a:pt x="584511" y="1740079"/>
                      <a:pt x="12282" y="1857173"/>
                    </a:cubicBezTo>
                    <a:lnTo>
                      <a:pt x="0" y="1859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4699AAC-1CFB-537D-B276-F38F3E245F39}"/>
                  </a:ext>
                </a:extLst>
              </p:cNvPr>
              <p:cNvSpPr/>
              <p:nvPr/>
            </p:nvSpPr>
            <p:spPr>
              <a:xfrm>
                <a:off x="5722734" y="1511317"/>
                <a:ext cx="1116052" cy="1874476"/>
              </a:xfrm>
              <a:custGeom>
                <a:avLst/>
                <a:gdLst>
                  <a:gd name="connsiteX0" fmla="*/ 168791 w 1116052"/>
                  <a:gd name="connsiteY0" fmla="*/ 0 h 1874476"/>
                  <a:gd name="connsiteX1" fmla="*/ 1116052 w 1116052"/>
                  <a:gd name="connsiteY1" fmla="*/ 0 h 1874476"/>
                  <a:gd name="connsiteX2" fmla="*/ 1116052 w 1116052"/>
                  <a:gd name="connsiteY2" fmla="*/ 1874476 h 1874476"/>
                  <a:gd name="connsiteX3" fmla="*/ 1002680 w 1116052"/>
                  <a:gd name="connsiteY3" fmla="*/ 1857173 h 1874476"/>
                  <a:gd name="connsiteX4" fmla="*/ 0 w 1116052"/>
                  <a:gd name="connsiteY4" fmla="*/ 626927 h 1874476"/>
                  <a:gd name="connsiteX5" fmla="*/ 151563 w 1116052"/>
                  <a:gd name="connsiteY5" fmla="*/ 28357 h 1874476"/>
                  <a:gd name="connsiteX6" fmla="*/ 168791 w 1116052"/>
                  <a:gd name="connsiteY6" fmla="*/ 0 h 1874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16052" h="1874476">
                    <a:moveTo>
                      <a:pt x="168791" y="0"/>
                    </a:moveTo>
                    <a:lnTo>
                      <a:pt x="1116052" y="0"/>
                    </a:lnTo>
                    <a:lnTo>
                      <a:pt x="1116052" y="1874476"/>
                    </a:lnTo>
                    <a:lnTo>
                      <a:pt x="1002680" y="1857173"/>
                    </a:lnTo>
                    <a:cubicBezTo>
                      <a:pt x="430451" y="1740079"/>
                      <a:pt x="0" y="1233772"/>
                      <a:pt x="0" y="626927"/>
                    </a:cubicBezTo>
                    <a:cubicBezTo>
                      <a:pt x="0" y="410197"/>
                      <a:pt x="54905" y="206290"/>
                      <a:pt x="151563" y="28357"/>
                    </a:cubicBezTo>
                    <a:lnTo>
                      <a:pt x="168791" y="0"/>
                    </a:lnTo>
                    <a:close/>
                  </a:path>
                </a:pathLst>
              </a:custGeom>
              <a:solidFill>
                <a:srgbClr val="FFFFB7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A41F549-DFEB-F4AF-9787-69A005985385}"/>
                  </a:ext>
                </a:extLst>
              </p:cNvPr>
              <p:cNvSpPr/>
              <p:nvPr/>
            </p:nvSpPr>
            <p:spPr>
              <a:xfrm>
                <a:off x="3053273" y="3407871"/>
                <a:ext cx="1146363" cy="1877161"/>
              </a:xfrm>
              <a:custGeom>
                <a:avLst/>
                <a:gdLst>
                  <a:gd name="connsiteX0" fmla="*/ 0 w 1146363"/>
                  <a:gd name="connsiteY0" fmla="*/ 0 h 1877161"/>
                  <a:gd name="connsiteX1" fmla="*/ 18998 w 1146363"/>
                  <a:gd name="connsiteY1" fmla="*/ 959 h 1877161"/>
                  <a:gd name="connsiteX2" fmla="*/ 1146363 w 1146363"/>
                  <a:gd name="connsiteY2" fmla="*/ 1250235 h 1877161"/>
                  <a:gd name="connsiteX3" fmla="*/ 994800 w 1146363"/>
                  <a:gd name="connsiteY3" fmla="*/ 1848805 h 1877161"/>
                  <a:gd name="connsiteX4" fmla="*/ 977573 w 1146363"/>
                  <a:gd name="connsiteY4" fmla="*/ 1877161 h 1877161"/>
                  <a:gd name="connsiteX5" fmla="*/ 0 w 1146363"/>
                  <a:gd name="connsiteY5" fmla="*/ 1877161 h 1877161"/>
                  <a:gd name="connsiteX6" fmla="*/ 0 w 1146363"/>
                  <a:gd name="connsiteY6" fmla="*/ 0 h 1877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46363" h="1877161">
                    <a:moveTo>
                      <a:pt x="0" y="0"/>
                    </a:moveTo>
                    <a:lnTo>
                      <a:pt x="18998" y="959"/>
                    </a:lnTo>
                    <a:cubicBezTo>
                      <a:pt x="652223" y="65267"/>
                      <a:pt x="1146363" y="600044"/>
                      <a:pt x="1146363" y="1250235"/>
                    </a:cubicBezTo>
                    <a:cubicBezTo>
                      <a:pt x="1146363" y="1466966"/>
                      <a:pt x="1091459" y="1670872"/>
                      <a:pt x="994800" y="1848805"/>
                    </a:cubicBezTo>
                    <a:lnTo>
                      <a:pt x="977573" y="1877161"/>
                    </a:lnTo>
                    <a:lnTo>
                      <a:pt x="0" y="18771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8585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09A3CAC-E1AD-A9FD-5A92-79C6226C7681}"/>
                  </a:ext>
                </a:extLst>
              </p:cNvPr>
              <p:cNvSpPr/>
              <p:nvPr/>
            </p:nvSpPr>
            <p:spPr>
              <a:xfrm>
                <a:off x="5713124" y="3409090"/>
                <a:ext cx="1125662" cy="1875942"/>
              </a:xfrm>
              <a:custGeom>
                <a:avLst/>
                <a:gdLst>
                  <a:gd name="connsiteX0" fmla="*/ 1125662 w 1125662"/>
                  <a:gd name="connsiteY0" fmla="*/ 0 h 1875942"/>
                  <a:gd name="connsiteX1" fmla="*/ 1125662 w 1125662"/>
                  <a:gd name="connsiteY1" fmla="*/ 1875942 h 1875942"/>
                  <a:gd name="connsiteX2" fmla="*/ 168790 w 1125662"/>
                  <a:gd name="connsiteY2" fmla="*/ 1875942 h 1875942"/>
                  <a:gd name="connsiteX3" fmla="*/ 151563 w 1125662"/>
                  <a:gd name="connsiteY3" fmla="*/ 1847586 h 1875942"/>
                  <a:gd name="connsiteX4" fmla="*/ 0 w 1125662"/>
                  <a:gd name="connsiteY4" fmla="*/ 1249016 h 1875942"/>
                  <a:gd name="connsiteX5" fmla="*/ 1002680 w 1125662"/>
                  <a:gd name="connsiteY5" fmla="*/ 18770 h 1875942"/>
                  <a:gd name="connsiteX6" fmla="*/ 1125662 w 1125662"/>
                  <a:gd name="connsiteY6" fmla="*/ 0 h 1875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25662" h="1875942">
                    <a:moveTo>
                      <a:pt x="1125662" y="0"/>
                    </a:moveTo>
                    <a:lnTo>
                      <a:pt x="1125662" y="1875942"/>
                    </a:lnTo>
                    <a:lnTo>
                      <a:pt x="168790" y="1875942"/>
                    </a:lnTo>
                    <a:lnTo>
                      <a:pt x="151563" y="1847586"/>
                    </a:lnTo>
                    <a:cubicBezTo>
                      <a:pt x="54905" y="1669653"/>
                      <a:pt x="0" y="1465747"/>
                      <a:pt x="0" y="1249016"/>
                    </a:cubicBezTo>
                    <a:cubicBezTo>
                      <a:pt x="0" y="642171"/>
                      <a:pt x="430451" y="135864"/>
                      <a:pt x="1002680" y="18770"/>
                    </a:cubicBezTo>
                    <a:lnTo>
                      <a:pt x="1125662" y="0"/>
                    </a:lnTo>
                    <a:close/>
                  </a:path>
                </a:pathLst>
              </a:custGeom>
              <a:solidFill>
                <a:srgbClr val="BEE395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E0741DB-E466-0010-20E6-D615222D055A}"/>
                  </a:ext>
                </a:extLst>
              </p:cNvPr>
              <p:cNvSpPr/>
              <p:nvPr/>
            </p:nvSpPr>
            <p:spPr>
              <a:xfrm>
                <a:off x="3053273" y="1511317"/>
                <a:ext cx="3785513" cy="3773715"/>
              </a:xfrm>
              <a:custGeom>
                <a:avLst/>
                <a:gdLst>
                  <a:gd name="connsiteX0" fmla="*/ 846172 w 3785513"/>
                  <a:gd name="connsiteY0" fmla="*/ 0 h 3773715"/>
                  <a:gd name="connsiteX1" fmla="*/ 2838252 w 3785513"/>
                  <a:gd name="connsiteY1" fmla="*/ 0 h 3773715"/>
                  <a:gd name="connsiteX2" fmla="*/ 2821024 w 3785513"/>
                  <a:gd name="connsiteY2" fmla="*/ 28357 h 3773715"/>
                  <a:gd name="connsiteX3" fmla="*/ 2669461 w 3785513"/>
                  <a:gd name="connsiteY3" fmla="*/ 626927 h 3773715"/>
                  <a:gd name="connsiteX4" fmla="*/ 3672141 w 3785513"/>
                  <a:gd name="connsiteY4" fmla="*/ 1857173 h 3773715"/>
                  <a:gd name="connsiteX5" fmla="*/ 3785513 w 3785513"/>
                  <a:gd name="connsiteY5" fmla="*/ 1874476 h 3773715"/>
                  <a:gd name="connsiteX6" fmla="*/ 3785513 w 3785513"/>
                  <a:gd name="connsiteY6" fmla="*/ 1897773 h 3773715"/>
                  <a:gd name="connsiteX7" fmla="*/ 3662531 w 3785513"/>
                  <a:gd name="connsiteY7" fmla="*/ 1916543 h 3773715"/>
                  <a:gd name="connsiteX8" fmla="*/ 2659851 w 3785513"/>
                  <a:gd name="connsiteY8" fmla="*/ 3146789 h 3773715"/>
                  <a:gd name="connsiteX9" fmla="*/ 2811414 w 3785513"/>
                  <a:gd name="connsiteY9" fmla="*/ 3745359 h 3773715"/>
                  <a:gd name="connsiteX10" fmla="*/ 2828641 w 3785513"/>
                  <a:gd name="connsiteY10" fmla="*/ 3773715 h 3773715"/>
                  <a:gd name="connsiteX11" fmla="*/ 977573 w 3785513"/>
                  <a:gd name="connsiteY11" fmla="*/ 3773715 h 3773715"/>
                  <a:gd name="connsiteX12" fmla="*/ 994800 w 3785513"/>
                  <a:gd name="connsiteY12" fmla="*/ 3745359 h 3773715"/>
                  <a:gd name="connsiteX13" fmla="*/ 1146363 w 3785513"/>
                  <a:gd name="connsiteY13" fmla="*/ 3146789 h 3773715"/>
                  <a:gd name="connsiteX14" fmla="*/ 18998 w 3785513"/>
                  <a:gd name="connsiteY14" fmla="*/ 1897513 h 3773715"/>
                  <a:gd name="connsiteX15" fmla="*/ 0 w 3785513"/>
                  <a:gd name="connsiteY15" fmla="*/ 1896554 h 3773715"/>
                  <a:gd name="connsiteX16" fmla="*/ 0 w 3785513"/>
                  <a:gd name="connsiteY16" fmla="*/ 1859047 h 3773715"/>
                  <a:gd name="connsiteX17" fmla="*/ 12282 w 3785513"/>
                  <a:gd name="connsiteY17" fmla="*/ 1857173 h 3773715"/>
                  <a:gd name="connsiteX18" fmla="*/ 1014962 w 3785513"/>
                  <a:gd name="connsiteY18" fmla="*/ 626927 h 3773715"/>
                  <a:gd name="connsiteX19" fmla="*/ 863399 w 3785513"/>
                  <a:gd name="connsiteY19" fmla="*/ 28357 h 3773715"/>
                  <a:gd name="connsiteX20" fmla="*/ 846172 w 3785513"/>
                  <a:gd name="connsiteY20" fmla="*/ 0 h 3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85513" h="3773715">
                    <a:moveTo>
                      <a:pt x="846172" y="0"/>
                    </a:moveTo>
                    <a:lnTo>
                      <a:pt x="2838252" y="0"/>
                    </a:lnTo>
                    <a:lnTo>
                      <a:pt x="2821024" y="28357"/>
                    </a:lnTo>
                    <a:cubicBezTo>
                      <a:pt x="2724366" y="206290"/>
                      <a:pt x="2669461" y="410197"/>
                      <a:pt x="2669461" y="626927"/>
                    </a:cubicBezTo>
                    <a:cubicBezTo>
                      <a:pt x="2669461" y="1233772"/>
                      <a:pt x="3099912" y="1740079"/>
                      <a:pt x="3672141" y="1857173"/>
                    </a:cubicBezTo>
                    <a:lnTo>
                      <a:pt x="3785513" y="1874476"/>
                    </a:lnTo>
                    <a:lnTo>
                      <a:pt x="3785513" y="1897773"/>
                    </a:lnTo>
                    <a:lnTo>
                      <a:pt x="3662531" y="1916543"/>
                    </a:lnTo>
                    <a:cubicBezTo>
                      <a:pt x="3090302" y="2033637"/>
                      <a:pt x="2659851" y="2539944"/>
                      <a:pt x="2659851" y="3146789"/>
                    </a:cubicBezTo>
                    <a:cubicBezTo>
                      <a:pt x="2659851" y="3363520"/>
                      <a:pt x="2714756" y="3567426"/>
                      <a:pt x="2811414" y="3745359"/>
                    </a:cubicBezTo>
                    <a:lnTo>
                      <a:pt x="2828641" y="3773715"/>
                    </a:lnTo>
                    <a:lnTo>
                      <a:pt x="977573" y="3773715"/>
                    </a:lnTo>
                    <a:lnTo>
                      <a:pt x="994800" y="3745359"/>
                    </a:lnTo>
                    <a:cubicBezTo>
                      <a:pt x="1091459" y="3567426"/>
                      <a:pt x="1146363" y="3363520"/>
                      <a:pt x="1146363" y="3146789"/>
                    </a:cubicBezTo>
                    <a:cubicBezTo>
                      <a:pt x="1146363" y="2496598"/>
                      <a:pt x="652223" y="1961821"/>
                      <a:pt x="18998" y="1897513"/>
                    </a:cubicBezTo>
                    <a:lnTo>
                      <a:pt x="0" y="1896554"/>
                    </a:lnTo>
                    <a:lnTo>
                      <a:pt x="0" y="1859047"/>
                    </a:lnTo>
                    <a:lnTo>
                      <a:pt x="12282" y="1857173"/>
                    </a:lnTo>
                    <a:cubicBezTo>
                      <a:pt x="584511" y="1740079"/>
                      <a:pt x="1014962" y="1233772"/>
                      <a:pt x="1014962" y="626927"/>
                    </a:cubicBezTo>
                    <a:cubicBezTo>
                      <a:pt x="1014962" y="410197"/>
                      <a:pt x="960058" y="206290"/>
                      <a:pt x="863399" y="28357"/>
                    </a:cubicBezTo>
                    <a:lnTo>
                      <a:pt x="846172" y="0"/>
                    </a:lnTo>
                    <a:close/>
                  </a:path>
                </a:pathLst>
              </a:custGeom>
              <a:solidFill>
                <a:schemeClr val="tx1"/>
              </a:soli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F32A63D-D4C5-6911-064F-D5F4325BFA3F}"/>
                </a:ext>
              </a:extLst>
            </p:cNvPr>
            <p:cNvGrpSpPr/>
            <p:nvPr/>
          </p:nvGrpSpPr>
          <p:grpSpPr>
            <a:xfrm>
              <a:off x="3452692" y="3329718"/>
              <a:ext cx="4910543" cy="734282"/>
              <a:chOff x="3436286" y="3264132"/>
              <a:chExt cx="4910543" cy="633915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16D1DE4-6C21-6792-C4B7-CCBC59734315}"/>
                  </a:ext>
                </a:extLst>
              </p:cNvPr>
              <p:cNvSpPr/>
              <p:nvPr/>
            </p:nvSpPr>
            <p:spPr>
              <a:xfrm>
                <a:off x="3933294" y="3487276"/>
                <a:ext cx="3937000" cy="2024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E8E8E8">
                      <a:lumMod val="75000"/>
                    </a:srgbClr>
                  </a:gs>
                  <a:gs pos="100000">
                    <a:sysClr val="window" lastClr="FFFFFF">
                      <a:lumMod val="95000"/>
                    </a:sysClr>
                  </a:gs>
                </a:gsLst>
                <a:lin ang="5400000" scaled="1"/>
              </a:gradFill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44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A15E710-7591-2582-BB37-E9CDDB6BB688}"/>
                  </a:ext>
                </a:extLst>
              </p:cNvPr>
              <p:cNvSpPr/>
              <p:nvPr/>
            </p:nvSpPr>
            <p:spPr>
              <a:xfrm>
                <a:off x="3469099" y="3270079"/>
                <a:ext cx="4877730" cy="62796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Fresh Fish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FEF0C98-680D-6FDF-6691-90B567FD81EF}"/>
                  </a:ext>
                </a:extLst>
              </p:cNvPr>
              <p:cNvSpPr/>
              <p:nvPr/>
            </p:nvSpPr>
            <p:spPr>
              <a:xfrm>
                <a:off x="3436286" y="3264132"/>
                <a:ext cx="4877730" cy="627968"/>
              </a:xfrm>
              <a:prstGeom prst="rect">
                <a:avLst/>
              </a:prstGeom>
              <a:noFill/>
              <a:ln w="190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FFFFB7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F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FF8585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r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BEE395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e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chemeClr val="accent1">
                        <a:lumMod val="20000"/>
                        <a:lumOff val="80000"/>
                      </a:schemeClr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s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FFFFB7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h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gradFill>
                      <a:gsLst>
                        <a:gs pos="43000">
                          <a:schemeClr val="tx2">
                            <a:lumMod val="10000"/>
                            <a:lumOff val="90000"/>
                          </a:schemeClr>
                        </a:gs>
                        <a:gs pos="0">
                          <a:srgbClr val="FF8585"/>
                        </a:gs>
                        <a:gs pos="65000">
                          <a:srgbClr val="FFFFB7"/>
                        </a:gs>
                        <a:gs pos="100000">
                          <a:srgbClr val="BEE395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 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FFFFB7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F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FF8585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i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BEE395"/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s</a:t>
                </a:r>
                <a:r>
                  <a:rPr kumimoji="0" lang="en-US" sz="96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chemeClr val="accent1">
                        <a:lumMod val="20000"/>
                        <a:lumOff val="80000"/>
                      </a:schemeClr>
                    </a:solidFill>
                    <a:effectLst/>
                    <a:uLnTx/>
                    <a:uFillTx/>
                    <a:latin typeface="Bodoni MT Black" panose="02070A03080606020203" pitchFamily="18" charset="0"/>
                    <a:ea typeface="+mn-ea"/>
                    <a:cs typeface="+mn-cs"/>
                  </a:rPr>
                  <a:t>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0292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08BDB260-6F55-E0F3-1B6A-1D351646EC12}"/>
              </a:ext>
            </a:extLst>
          </p:cNvPr>
          <p:cNvGrpSpPr/>
          <p:nvPr/>
        </p:nvGrpSpPr>
        <p:grpSpPr>
          <a:xfrm>
            <a:off x="3577630" y="1626777"/>
            <a:ext cx="3769914" cy="3623495"/>
            <a:chOff x="3365503" y="1705083"/>
            <a:chExt cx="3769914" cy="3623495"/>
          </a:xfrm>
          <a:solidFill>
            <a:schemeClr val="bg1"/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CAB4CBE-3C90-DA92-5FE4-6A76D0990087}"/>
                </a:ext>
              </a:extLst>
            </p:cNvPr>
            <p:cNvSpPr/>
            <p:nvPr/>
          </p:nvSpPr>
          <p:spPr>
            <a:xfrm rot="20917548">
              <a:off x="4239837" y="1705083"/>
              <a:ext cx="418492" cy="2961564"/>
            </a:xfrm>
            <a:prstGeom prst="roundRect">
              <a:avLst>
                <a:gd name="adj" fmla="val 490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555E49D-4A49-D0DE-AEF0-6807A9EFEB9A}"/>
                </a:ext>
              </a:extLst>
            </p:cNvPr>
            <p:cNvSpPr/>
            <p:nvPr/>
          </p:nvSpPr>
          <p:spPr>
            <a:xfrm rot="16200000">
              <a:off x="3653909" y="1435619"/>
              <a:ext cx="457200" cy="103401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9C1F057-90AA-0611-A2D8-3D5D28DF1B82}"/>
                </a:ext>
              </a:extLst>
            </p:cNvPr>
            <p:cNvSpPr/>
            <p:nvPr/>
          </p:nvSpPr>
          <p:spPr>
            <a:xfrm rot="16200000">
              <a:off x="5510809" y="3205756"/>
              <a:ext cx="419099" cy="2446738"/>
            </a:xfrm>
            <a:prstGeom prst="roundRect">
              <a:avLst>
                <a:gd name="adj" fmla="val 4900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417ECC-3B08-F37B-FEB3-4017B4A87C39}"/>
                </a:ext>
              </a:extLst>
            </p:cNvPr>
            <p:cNvSpPr/>
            <p:nvPr/>
          </p:nvSpPr>
          <p:spPr>
            <a:xfrm>
              <a:off x="4305300" y="4517634"/>
              <a:ext cx="810944" cy="810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DE2E151-BB01-8CA5-A258-9A940B5922E8}"/>
                </a:ext>
              </a:extLst>
            </p:cNvPr>
            <p:cNvSpPr/>
            <p:nvPr/>
          </p:nvSpPr>
          <p:spPr>
            <a:xfrm>
              <a:off x="6324473" y="4517634"/>
              <a:ext cx="810944" cy="810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F8E7ADA7-4283-38C7-970A-48B3688515F2}"/>
                </a:ext>
              </a:extLst>
            </p:cNvPr>
            <p:cNvSpPr/>
            <p:nvPr/>
          </p:nvSpPr>
          <p:spPr>
            <a:xfrm rot="10800000">
              <a:off x="4305298" y="2212351"/>
              <a:ext cx="2638430" cy="1764815"/>
            </a:xfrm>
            <a:prstGeom prst="round2SameRect">
              <a:avLst>
                <a:gd name="adj1" fmla="val 32228"/>
                <a:gd name="adj2" fmla="val 1043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9E2BECF6-2BBD-CB73-6ED0-3A2680B6E162}"/>
              </a:ext>
            </a:extLst>
          </p:cNvPr>
          <p:cNvSpPr/>
          <p:nvPr/>
        </p:nvSpPr>
        <p:spPr>
          <a:xfrm>
            <a:off x="3114675" y="1247775"/>
            <a:ext cx="4695825" cy="438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06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Bodoni MT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hellotuners1@outlook.com</dc:creator>
  <cp:lastModifiedBy>hellotuners1@outlook.com</cp:lastModifiedBy>
  <cp:revision>18</cp:revision>
  <dcterms:created xsi:type="dcterms:W3CDTF">2025-09-27T23:58:18Z</dcterms:created>
  <dcterms:modified xsi:type="dcterms:W3CDTF">2025-11-15T20:17:02Z</dcterms:modified>
</cp:coreProperties>
</file>