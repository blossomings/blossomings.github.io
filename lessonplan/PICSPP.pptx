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7A89-021D-4093-8800-EB38D60C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825C-0A30-4749-BDAE-E1C779392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75DB6-DE08-4CE9-A24D-FE2D4D18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5DD-9BEE-4E09-A3A3-1C5B9FEF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7813-684D-4330-9FF8-7428F1D0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9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1576-9E13-478D-B562-C7F2ADFE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BB8A-5717-414D-AEA3-FC6310427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61DD-A2D4-4A92-8FA8-A9C3A71A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22C0C-87F5-43AA-B6D8-6B1302D0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0F407-1DE2-4411-A539-BCF3B6AD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518E-3135-46DE-8BA0-B0EA2C44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B00B1-527E-40F5-8EAA-6C6B6F1D2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761A-2A45-4409-9ADE-4B1ACF67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E8F5C-66AE-4B2E-9F61-F646DFF9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0031D-03F5-450D-80F8-469987E9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2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8410-B7EC-4B5F-A079-EA343B58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93EE-D8A1-4A91-B3E5-C9688704C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A0598-A7FB-4AE2-A981-1FCE2E911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A956A-F201-4ABE-98CB-36D90BC9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59BDE-10D7-4124-A9EE-3BE2452E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A8D48-56C9-46B0-9FC8-5EB7E96E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8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8964-8744-4FA3-8FB4-6FCF173D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A6D09-9B5F-4EFE-BA23-2D2FDD16D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8EA95-E909-4EC8-AAC9-B5BA3B754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0049D-FA03-432B-A5D1-B274E4C1F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5D07C-0F48-4A53-9D56-AED976E9F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73B409-207E-47AE-9B1C-C2AB6C68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76CC2-0DC5-4B73-A055-FB3B2809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8CF7F-AAAB-4388-905B-6F2E99A1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96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B2F9-F485-426F-80AB-5FFE4749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A93CD-6A29-4538-B6B1-9819CA01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3EE2A-790A-4D1D-85A9-DBC9FF82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DA6D9-A074-4F75-B92A-FAF5C9B0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2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81275-ED99-4881-ADD7-3460E5B6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56A5B-B83C-4952-9981-2B754C51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58993-8498-447D-951D-202C5CC8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9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6E5B-BB0B-4368-8CCC-52C117C8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288-F733-4C35-B8AB-F32ED55C5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4C088-6B74-4059-9D34-80860D48C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C44B6-B0F7-44B8-A355-094A437A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3CB74-EE79-4AE6-9867-76B7A987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3C9FF-CB40-4666-B1BC-8E21D65EE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4C41-C6E6-421F-9095-8F9458AF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9E324-5BF0-4415-9E98-55F8E2CF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4B53C-D895-49AD-BB71-D36B76AC0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80750-DAEB-4033-AD67-87B70D61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41C6A-9559-4F8A-AB0F-DC9A935F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993E9-8194-429C-AFD9-060412D2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8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8C68-2DAD-4A86-940B-F4AD9F88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21A7F-26C4-487C-9B81-E96DD4BE2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ABCEF-C76A-45C1-A50A-06F89E03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50E09-ADAD-4365-B105-12D425C6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4E30-E20F-4066-B2F8-52C47842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4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BB75C-9A81-49B5-BAC0-B44958533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5A689-426A-4A0C-90AB-B76B1859B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F73B5-AE0C-447C-A24C-B13A801A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FF1C-C612-48C5-9CCB-74221172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4E85-9913-4A5C-AC14-ABD180C0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1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672D9-A605-4CBD-98B3-C2FC1185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D1231-07CC-404F-9076-A4EACC3F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5C64A-0E44-4258-9B34-BF96B4C2E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2E160-1695-4690-AA49-EF3115EB1E9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2389A-E6F4-4548-910B-37A1F9EF8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E153-E638-4ACA-80E7-C5B51D19D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E4161-19DB-4EB3-910D-93EE82145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-72054" y="-250699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378612" y="79346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Snap ITC" panose="04040A07060A02020202" pitchFamily="82" charset="0"/>
              </a:rPr>
              <a:t>KG1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396240" y="1623282"/>
            <a:ext cx="4434408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Language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168299">
            <a:off x="3570608" y="3086599"/>
            <a:ext cx="2693626" cy="1334920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6023946" y="1655368"/>
            <a:ext cx="5948029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Motor Skills</a:t>
            </a:r>
          </a:p>
        </p:txBody>
      </p:sp>
    </p:spTree>
    <p:extLst>
      <p:ext uri="{BB962C8B-B14F-4D97-AF65-F5344CB8AC3E}">
        <p14:creationId xmlns:p14="http://schemas.microsoft.com/office/powerpoint/2010/main" val="42361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-49773" y="-29186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257010" y="154082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Snap ITC" panose="04040A07060A02020202" pitchFamily="82" charset="0"/>
              </a:rPr>
              <a:t>KG2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87927" y="1530075"/>
            <a:ext cx="4147845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Literacy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121046" y="3165315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87884" y="1450226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323745" y="1605327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Skills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448142" y="3215488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1722797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-49773" y="-29186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257010" y="154082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Snap ITC" panose="04040A07060A02020202" pitchFamily="82" charset="0"/>
              </a:rPr>
              <a:t>KG3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87927" y="1530075"/>
            <a:ext cx="4147845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Literacy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121046" y="3165315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87884" y="1450226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323745" y="1605327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Skills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448142" y="3215488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389411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Snap ITC" panose="04040A07060A02020202" pitchFamily="82" charset="0"/>
              </a:rPr>
              <a:t>Grade 1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22508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2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265841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3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221188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4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237534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5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387306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6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4225835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7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414931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8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3349604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dirty="0">
                <a:latin typeface="Snap ITC" panose="04040A07060A02020202" pitchFamily="82" charset="0"/>
              </a:rPr>
              <a:t>Grade 9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159017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latin typeface="Snap ITC" panose="04040A07060A02020202" pitchFamily="82" charset="0"/>
              </a:rPr>
              <a:t>Grade 10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9394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latin typeface="Snap ITC" panose="04040A07060A02020202" pitchFamily="82" charset="0"/>
              </a:rPr>
              <a:t>Grade 11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64267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4E0046-41BE-4A3E-AE02-331652952347}"/>
              </a:ext>
            </a:extLst>
          </p:cNvPr>
          <p:cNvSpPr/>
          <p:nvPr/>
        </p:nvSpPr>
        <p:spPr>
          <a:xfrm>
            <a:off x="0" y="0"/>
            <a:ext cx="12192000" cy="5073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2CD5F7F-6981-45D7-BE46-449E71CCD371}"/>
              </a:ext>
            </a:extLst>
          </p:cNvPr>
          <p:cNvSpPr/>
          <p:nvPr/>
        </p:nvSpPr>
        <p:spPr>
          <a:xfrm>
            <a:off x="1171575" y="183268"/>
            <a:ext cx="9848850" cy="1064878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latin typeface="Snap ITC" panose="04040A07060A02020202" pitchFamily="82" charset="0"/>
              </a:rPr>
              <a:t>Grade 12 LESSON PLAN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27688E2A-B0C3-4B28-B658-BF294D412399}"/>
              </a:ext>
            </a:extLst>
          </p:cNvPr>
          <p:cNvSpPr/>
          <p:nvPr/>
        </p:nvSpPr>
        <p:spPr>
          <a:xfrm rot="21163238">
            <a:off x="237597" y="1509618"/>
            <a:ext cx="3806883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English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D839E6C3-EFB8-4405-AC9E-A5AE1777249B}"/>
              </a:ext>
            </a:extLst>
          </p:cNvPr>
          <p:cNvSpPr/>
          <p:nvPr/>
        </p:nvSpPr>
        <p:spPr>
          <a:xfrm rot="617196">
            <a:off x="7035611" y="3194501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Math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E73A20C-1862-47D8-B732-390F7DCE75F6}"/>
              </a:ext>
            </a:extLst>
          </p:cNvPr>
          <p:cNvSpPr/>
          <p:nvPr/>
        </p:nvSpPr>
        <p:spPr>
          <a:xfrm rot="900750">
            <a:off x="8102449" y="1479412"/>
            <a:ext cx="3806883" cy="164015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Science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C17D80D9-2E3B-4B77-9A9B-523BCDCAD1C9}"/>
              </a:ext>
            </a:extLst>
          </p:cNvPr>
          <p:cNvSpPr/>
          <p:nvPr/>
        </p:nvSpPr>
        <p:spPr>
          <a:xfrm>
            <a:off x="4192558" y="1553832"/>
            <a:ext cx="3806883" cy="1893912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Social Studies</a:t>
            </a:r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7F57F8CA-C2FC-4A42-BF47-F0A35B0478A4}"/>
              </a:ext>
            </a:extLst>
          </p:cNvPr>
          <p:cNvSpPr/>
          <p:nvPr/>
        </p:nvSpPr>
        <p:spPr>
          <a:xfrm rot="21409940">
            <a:off x="2362707" y="3244674"/>
            <a:ext cx="2693626" cy="1651718"/>
          </a:xfrm>
          <a:prstGeom prst="cloud">
            <a:avLst/>
          </a:prstGeom>
          <a:solidFill>
            <a:srgbClr val="FF8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Snap ITC" panose="04040A07060A02020202" pitchFamily="82" charset="0"/>
              </a:rPr>
              <a:t>Art</a:t>
            </a:r>
          </a:p>
        </p:txBody>
      </p:sp>
    </p:spTree>
    <p:extLst>
      <p:ext uri="{BB962C8B-B14F-4D97-AF65-F5344CB8AC3E}">
        <p14:creationId xmlns:p14="http://schemas.microsoft.com/office/powerpoint/2010/main" val="340929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145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Snap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</dc:creator>
  <cp:lastModifiedBy>Fatima</cp:lastModifiedBy>
  <cp:revision>8</cp:revision>
  <dcterms:created xsi:type="dcterms:W3CDTF">2026-04-10T06:39:59Z</dcterms:created>
  <dcterms:modified xsi:type="dcterms:W3CDTF">2026-04-10T07:15:17Z</dcterms:modified>
</cp:coreProperties>
</file>